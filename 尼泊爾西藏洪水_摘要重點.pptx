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尼泊爾—西藏邊境冰川崩塌山洪災害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E67E22"/>
                </a:solidFill>
                <a:latin typeface="Arial"/>
              </a:rPr>
              <a:t>Glacial Collapse &amp; Flash Floods at the Nepal-Tibet Border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BFD3EE"/>
                </a:solidFill>
                <a:latin typeface="Microsoft JhengHei"/>
              </a:rPr>
              <a:t>新聞摘要重點｜Key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FA6C8"/>
                </a:solidFill>
                <a:latin typeface="Arial"/>
              </a:rPr>
              <a:t>BBC News Live 報導整理 · 2026年8月28日 (Fri) · Compiled from BBC News Live, 28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FA6C8"/>
                </a:solidFill>
                <a:latin typeface="Microsoft JhengHei"/>
              </a:rPr>
              <a:t>事件起點：8月26日（週三）｜Disaster struck Wednesday 26 August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災害概況：兩國傷亡與失蹤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FD3EE"/>
                </a:solidFill>
                <a:latin typeface="Arial"/>
              </a:rPr>
              <a:t>Overview: Casualties &amp;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BFD3EE"/>
                </a:solidFill>
                <a:latin typeface="Arial"/>
              </a:rPr>
              <a:t>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09728" cy="1920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Arial"/>
              </a:rPr>
              <a:t>469+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尼泊爾死亡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Deaths in Nepal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1920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C0392B"/>
                </a:solidFill>
                <a:latin typeface="Arial"/>
              </a:rPr>
              <a:t>~900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尼泊爾失蹤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Missing in Nepal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109728" cy="1920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67E22"/>
                </a:solidFill>
                <a:latin typeface="Arial"/>
              </a:rPr>
              <a:t>3 / 555+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西藏：3死、555+失蹤/撤離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Tibet: 3 dead, 555+ 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11064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Microsoft JhengHei"/>
              </a:rPr>
              <a:t>▪ 逾 260 名外國人於西藏側失蹤，包括前往岡仁波齊峰的朝聖者；英、印、澳、美公民均有失蹤。</a:t>
            </a:r>
            <a:r>
              <a:rPr sz="1300">
                <a:solidFill>
                  <a:srgbClr val="555B63"/>
                </a:solidFill>
                <a:latin typeface="Arial"/>
              </a:rPr>
              <a:t>  260+ foreigners missing in Tibet, incl. pilgrims to Mount Kailash; UK, India, Australia &amp; US nationals affected.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Microsoft JhengHei"/>
              </a:rPr>
              <a:t>▪ 兩國數字可能重疊，實際傷亡恐更高。</a:t>
            </a:r>
            <a:r>
              <a:rPr sz="1300">
                <a:solidFill>
                  <a:srgbClr val="555B63"/>
                </a:solidFill>
                <a:latin typeface="Arial"/>
              </a:rPr>
              <a:t>  Figures may overlap between the two countries; true toll likely higher.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Microsoft JhengHei"/>
              </a:rPr>
              <a:t>▪ 尼泊爾自 2015 年大地震以來最嚴重的災難。</a:t>
            </a:r>
            <a:r>
              <a:rPr sz="1300">
                <a:solidFill>
                  <a:srgbClr val="555B63"/>
                </a:solidFill>
                <a:latin typeface="Arial"/>
              </a:rPr>
              <a:t>  Worst disaster in Nepal since the 2015 earthquake.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成因與時間軸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FD3EE"/>
                </a:solidFill>
                <a:latin typeface="Arial"/>
              </a:rPr>
              <a:t>Cause &amp;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BFD3EE"/>
                </a:solidFill>
                <a:latin typeface="Arial"/>
              </a:rPr>
              <a:t>3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8/26（三）08:37 尼泊爾時間：偵測到規模 5.2 震波，原以為是地震，美國地質調查局（USGS）證實為冰川崩塌。</a:t>
            </a:r>
            <a:r>
              <a:rPr sz="1200">
                <a:solidFill>
                  <a:srgbClr val="555B63"/>
                </a:solidFill>
                <a:latin typeface="Arial"/>
              </a:rPr>
              <a:t>  Wed 08:37 local: 5.2-magnitude seismic event initially mistaken for earthquake; USGS confirmed a glacial collapse.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冰川崩塌引發巨大泥石洪水波，沖毀房屋、道路、橋樑與車輛，摧毀尼泊爾—西藏邊境吉隆口岸。</a:t>
            </a:r>
            <a:r>
              <a:rPr sz="1200">
                <a:solidFill>
                  <a:srgbClr val="555B63"/>
                </a:solidFill>
                <a:latin typeface="Arial"/>
              </a:rPr>
              <a:t>  The collapse sent a huge debris surge downstream, destroying buildings, roads, bridges and the Gyirong border crossing.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官方後來確認崩塌發生在尼泊爾側的喜馬拉雅山脈。</a:t>
            </a:r>
            <a:r>
              <a:rPr sz="1200">
                <a:solidFill>
                  <a:srgbClr val="555B63"/>
                </a:solidFill>
                <a:latin typeface="Arial"/>
              </a:rPr>
              <a:t>  Officials later confirmed the collapse occurred on the Nepali side of the Himalayas.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專家警告：氣候變遷使冰川加速融化、削弱山谷支撐，此類災害近年明顯增加。</a:t>
            </a:r>
            <a:r>
              <a:rPr sz="1200">
                <a:solidFill>
                  <a:srgbClr val="555B63"/>
                </a:solidFill>
                <a:latin typeface="Arial"/>
              </a:rPr>
              <a:t>  Scientists warn warming-induced glacial thinning increases landslide risk; such events have risen over the past decade.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77639"/>
            <a:ext cx="1106424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週三 14:45：384 名觀光客失蹤（含 291 名外國人），33 名英國人失蹤。</a:t>
            </a:r>
            <a:r>
              <a:rPr sz="1200">
                <a:solidFill>
                  <a:srgbClr val="555B63"/>
                </a:solidFill>
                <a:latin typeface="Arial"/>
              </a:rPr>
              <a:t>  Wed 14:45: 384 tourists missing incl. 291 foreigners; 33 Britons reported missing.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週四：尼泊爾尋獲遺體數持續攀升；達賴喇嘛為罹難者祈禱。</a:t>
            </a:r>
            <a:r>
              <a:rPr sz="1200">
                <a:solidFill>
                  <a:srgbClr val="555B63"/>
                </a:solidFill>
                <a:latin typeface="Arial"/>
              </a:rPr>
              <a:t>  Thu: body count kept rising; the Dalai Lama offered prayers.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週五：Trishuli 隧道約 350 人獲救，約 100 人仍受困。</a:t>
            </a:r>
            <a:r>
              <a:rPr sz="1200">
                <a:solidFill>
                  <a:srgbClr val="555B63"/>
                </a:solidFill>
                <a:latin typeface="Arial"/>
              </a:rPr>
              <a:t>  Fri: ~350 rescued from Trishuli tunnel; ~100 still trapped.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最新發展：第二次洪水威脅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FD3EE"/>
                </a:solidFill>
                <a:latin typeface="Arial"/>
              </a:rPr>
              <a:t>Latest: Risk of a Second Flood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BFD3EE"/>
                </a:solidFill>
                <a:latin typeface="Arial"/>
              </a:rPr>
              <a:t>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64240" cy="1234440"/>
          </a:xfrm>
          <a:prstGeom prst="rect">
            <a:avLst/>
          </a:prstGeom>
          <a:solidFill>
            <a:srgbClr val="FD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Microsoft JhengHei"/>
              </a:rPr>
              <a:t>⚠ 中國已暫停西藏側搜救 — 災區上游因山崩形成的堰塞湖，潰堤風險「高」。</a:t>
            </a:r>
          </a:p>
          <a:p>
            <a:pPr algn="l"/>
            <a:r>
              <a:rPr sz="1300" b="0">
                <a:solidFill>
                  <a:srgbClr val="555B63"/>
                </a:solidFill>
                <a:latin typeface="Arial"/>
              </a:rPr>
              <a:t>China has suspended rescue efforts in Tibet — the lake formed by the landslide is at 'high risk of breaching'.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10642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持續降雨下，未來三天堰塞湖進水量估達 300 萬立方公尺（約 1,200 座奧運泳池），恐潰堤引發第二次洪水，威脅吉隆口岸及下游。</a:t>
            </a:r>
            <a:r>
              <a:rPr sz="1200">
                <a:solidFill>
                  <a:srgbClr val="555B63"/>
                </a:solidFill>
                <a:latin typeface="Arial"/>
              </a:rPr>
              <a:t>  Rainfall could add ~3 million m³ (≈1,200 Olympic pools) over 3 days; a breach could flood Gyirong Port and downstream areas.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紅十字會官員表示，搜救人員因恐再有洪水而「繃緊神經」。</a:t>
            </a:r>
            <a:r>
              <a:rPr sz="1200">
                <a:solidFill>
                  <a:srgbClr val="555B63"/>
                </a:solidFill>
                <a:latin typeface="Arial"/>
              </a:rPr>
              <a:t>  A Red Cross official says rescuers are 'on edge' over a possible second flood.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中國官方媒體（新華社）報導已撤離 555 名滯留西藏的觀光客。</a:t>
            </a:r>
            <a:r>
              <a:rPr sz="1200">
                <a:solidFill>
                  <a:srgbClr val="555B63"/>
                </a:solidFill>
                <a:latin typeface="Arial"/>
              </a:rPr>
              <a:t>  China's Xinhua reports 555 stranded tourists have been evacuated from Tibet.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救援行動進行中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FD3EE"/>
                </a:solidFill>
                <a:latin typeface="Arial"/>
              </a:rPr>
              <a:t>Rescue Efforts Underway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BFD3EE"/>
                </a:solidFill>
                <a:latin typeface="Arial"/>
              </a:rPr>
              <a:t>5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09728" cy="192024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E8E3E"/>
                </a:solidFill>
                <a:latin typeface="Arial"/>
              </a:rPr>
              <a:t>350+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隧道中獲救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Rescued from tunnel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192024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E8E3E"/>
                </a:solidFill>
                <a:latin typeface="Arial"/>
              </a:rPr>
              <a:t>555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西藏撤離觀光客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Tourists evacuated in Tibet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109728" cy="1920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67E22"/>
                </a:solidFill>
                <a:latin typeface="Arial"/>
              </a:rPr>
              <a:t>48h+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搜救已逾 48 小時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Rescue beyond 48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11064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尼泊爾軍方派出直升機搜尋 Trishuli 水力發電隧道內失蹤者，並空投物資。</a:t>
            </a:r>
            <a:r>
              <a:rPr sz="1200">
                <a:solidFill>
                  <a:srgbClr val="555B63"/>
                </a:solidFill>
                <a:latin typeface="Arial"/>
              </a:rPr>
              <a:t>  Nepal's army deployed helicopters to search the Trishuli hydropower tunnel and deliver relief supplies.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災區道路滿布泥漿、車輛半埋，警方封鎖河床附近最嚴重區域。</a:t>
            </a:r>
            <a:r>
              <a:rPr sz="1200">
                <a:solidFill>
                  <a:srgbClr val="555B63"/>
                </a:solidFill>
                <a:latin typeface="Arial"/>
              </a:rPr>
              <a:t>  Mud-caked roads and half-buried vehicles; police barricaded the worst-hit riverside areas.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加德滿都醫院設置「災難檢傷分類」櫃檯，家屬焦急等候消息。</a:t>
            </a:r>
            <a:r>
              <a:rPr sz="1200">
                <a:solidFill>
                  <a:srgbClr val="555B63"/>
                </a:solidFill>
                <a:latin typeface="Arial"/>
              </a:rPr>
              <a:t>  Kathmandu hospitals set up 'disaster triage' desks as families wait for news.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災損與警示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FD3EE"/>
                </a:solidFill>
                <a:latin typeface="Arial"/>
              </a:rPr>
              <a:t>Damage &amp; Warnings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286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BFD3EE"/>
                </a:solidFill>
                <a:latin typeface="Arial"/>
              </a:rPr>
              <a:t>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09728" cy="1920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Arial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橋樑受損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Bridges damaged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1920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Arial"/>
              </a:rPr>
              <a:t>40km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鋪面道路受損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Paved roads damaged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566160" cy="1920240"/>
          </a:xfrm>
          <a:prstGeom prst="rect">
            <a:avLst/>
          </a:prstGeom>
          <a:solidFill>
            <a:srgbClr val="EC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109728" cy="1920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27632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67E22"/>
                </a:solidFill>
                <a:latin typeface="Arial"/>
              </a:rPr>
              <a:t>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Microsoft JhengHei"/>
              </a:rPr>
              <a:t>上次同等級災難（大地震）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88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B63"/>
                </a:solidFill>
                <a:latin typeface="Arial"/>
              </a:rPr>
              <a:t>Last comparable disaster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11064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災區鄰近中國邊界，道路與橋樑為尼泊爾第二大貿易夥伴的貨運要道，重建與貿易中斷衝擊經濟。</a:t>
            </a:r>
            <a:r>
              <a:rPr sz="1200">
                <a:solidFill>
                  <a:srgbClr val="555B63"/>
                </a:solidFill>
                <a:latin typeface="Arial"/>
              </a:rPr>
              <a:t>  The border region is key for trade with Nepal's 2nd-largest partner; rebuilding will strain the economy.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對印度的警示：喜馬拉雅河流（甘達基、科西等）注入比哈爾邦平原，洪水挾帶沉積物恐升高河床、威脅堤防。</a:t>
            </a:r>
            <a:r>
              <a:rPr sz="1200">
                <a:solidFill>
                  <a:srgbClr val="555B63"/>
                </a:solidFill>
                <a:latin typeface="Arial"/>
              </a:rPr>
              <a:t>  Warning for India: Himalayan rivers feed Bihar's plains; sediment-laden floods could raise riverbeds and threaten embankments.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3A5F"/>
                </a:solidFill>
                <a:latin typeface="Microsoft JhengHei"/>
              </a:rPr>
              <a:t>▪ 冰川災害（GLOF 型）近年增多，被認為與氣候變遷高度相關。</a:t>
            </a:r>
            <a:r>
              <a:rPr sz="1200">
                <a:solidFill>
                  <a:srgbClr val="555B63"/>
                </a:solidFill>
                <a:latin typeface="Arial"/>
              </a:rPr>
              <a:t>  Glacier-related disasters have increased recently, likely linked to climate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